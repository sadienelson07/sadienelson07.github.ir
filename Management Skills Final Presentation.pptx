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Nunito-boldItalic.fnt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dacdecb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dacdecb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dacdecb7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dacdecb7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dacdecb7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dacdecb7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dacdecb7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dacdecb7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dacdecb7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dacdecb7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dacdecb7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dacdecb7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dacdecb7b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dacdecb7b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dacdecb7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adacdecb7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dacdecb7b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dacdecb7b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dacdecb7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dacdecb7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dacdecb7b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dacdecb7b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adacdecb7b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adacdecb7b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dacdecb7b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dacdecb7b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dacdecb7b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adacdecb7b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dacdecb7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dacdecb7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T8 Final Presentation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7570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Ayman Veerani, Sadie Nelson, Henry Renken, Siri Segu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73540"/>
                </a:solidFill>
                <a:highlight>
                  <a:srgbClr val="FFFFFF"/>
                </a:highlight>
              </a:rPr>
              <a:t>Company Access</a:t>
            </a:r>
            <a:endParaRPr sz="2500"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303800" y="1721775"/>
            <a:ext cx="7030500" cy="280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Company:</a:t>
            </a:r>
            <a:r>
              <a:rPr lang="en"/>
              <a:t> Sleep Inn &amp; Suite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Location </a:t>
            </a:r>
            <a:r>
              <a:rPr lang="en"/>
              <a:t>Bryan, Tx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Contact Info: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/>
              <a:t>Manager/Primary Contact</a:t>
            </a:r>
            <a:r>
              <a:rPr lang="en"/>
              <a:t>: Tamana Veerani (tamanaveerani@gmail.com)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</a:t>
            </a:r>
            <a:r>
              <a:rPr b="1" lang="en"/>
              <a:t>Breakfast Coordinator</a:t>
            </a:r>
            <a:r>
              <a:rPr lang="en"/>
              <a:t>: Miguel Tyler (mgtyler@gmail.com)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Housekeeping Lead</a:t>
            </a:r>
            <a:r>
              <a:rPr lang="en"/>
              <a:t>: Tracy Benevidas (tracybenevidas23@gmail.com)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273540"/>
                </a:solidFill>
                <a:highlight>
                  <a:srgbClr val="FFFFFF"/>
                </a:highlight>
              </a:rPr>
              <a:t>Background Information and Secondary Data Research</a:t>
            </a:r>
            <a:endParaRPr sz="2500"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Established: 1988 (part of Choice Hotels international)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Bryan Location opened: 2017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Over 400 </a:t>
            </a:r>
            <a:r>
              <a:rPr lang="en"/>
              <a:t>properties</a:t>
            </a:r>
            <a:r>
              <a:rPr lang="en"/>
              <a:t> worldwide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Rating: 4.3 stars on Choice Hotels (398 reviews)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Average rate: $80/night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Employees: ~284 at Bryan location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Competition: Hampton Inn, Comfort Inn, La Quinta, etc.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" sz="2500">
                <a:solidFill>
                  <a:srgbClr val="273540"/>
                </a:solidFill>
              </a:rPr>
              <a:t>Data Collection Methods and Timeline</a:t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Method:</a:t>
            </a:r>
            <a:r>
              <a:rPr lang="en"/>
              <a:t> Interviews via Zoom (~1 hour each)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Interview Dates:</a:t>
            </a:r>
            <a:r>
              <a:rPr lang="en"/>
              <a:t> October 2, October 23, October 27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Participants: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Tamana Veerani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Miguel Tyler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Tracy Benevidas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anagement Issue/Output Problem: Communication &amp; Coordination Failure</a:t>
            </a:r>
            <a:endParaRPr/>
          </a:p>
        </p:txBody>
      </p:sp>
      <p:sp>
        <p:nvSpPr>
          <p:cNvPr id="302" name="Google Shape;302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Annual Cost: $11,500 in preventable inefficiencies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Manager Perspective (Tamana):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Inconsistent breakfast orders ($9,100 annual waste) and delayed housekeeping turnover ($2,400 annual loss).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Employee Perspective: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Staff fell frustrated but not empowered; requests get lost; outdated inventory sheets.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1: Interpersonal Communication</a:t>
            </a:r>
            <a:endParaRPr/>
          </a:p>
        </p:txBody>
      </p:sp>
      <p:sp>
        <p:nvSpPr>
          <p:cNvPr id="308" name="Google Shape;308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Definition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lang="en"/>
              <a:t>The process of sending and receiving information between people in a way that creates shared understanding. Effective communication requires clear messages, confirmation of information, and feedback that reduces error.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Strong communication uses clear messages, stable channels, and quick feedback.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Weak communication creates errors, missed expectations, and confusion.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Relevance to Sleep Inn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• The hotel problem comes from teams not sharing the same information about supplies, schedules, and responsibilities.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Interpersonal Communication: Evidence</a:t>
            </a:r>
            <a:endParaRPr/>
          </a:p>
        </p:txBody>
      </p:sp>
      <p:sp>
        <p:nvSpPr>
          <p:cNvPr id="314" name="Google Shape;31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Manager Evidence</a:t>
            </a:r>
            <a:endParaRPr b="1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lang="en"/>
              <a:t>Supply orders shift between night and morning teams with no shared method.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Manager sees repeated over-ordering and under-ordering for breakfast.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Delayed housekeeping turnover happens when supplies run out with no warning.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Research</a:t>
            </a:r>
            <a:endParaRPr b="1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• </a:t>
            </a:r>
            <a:r>
              <a:rPr lang="en"/>
              <a:t>The American Hotel &amp; Lodging Association (2024) reports that 60% of hotels list miscommunication as their top operational inefficiency, especially for inventory and scheduling.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• Without a shared communication system, teams form different assumptions about supply levels and responsibilities.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Interpersonal C</a:t>
            </a:r>
            <a:r>
              <a:rPr lang="en"/>
              <a:t>ommunication: Evidence</a:t>
            </a:r>
            <a:endParaRPr/>
          </a:p>
        </p:txBody>
      </p:sp>
      <p:sp>
        <p:nvSpPr>
          <p:cNvPr id="320" name="Google Shape;320;p20"/>
          <p:cNvSpPr txBox="1"/>
          <p:nvPr>
            <p:ph idx="1" type="body"/>
          </p:nvPr>
        </p:nvSpPr>
        <p:spPr>
          <a:xfrm>
            <a:off x="1245600" y="1699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Employee Evidence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“Inventory sheets are outdated.”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“Requests get lost between teams.”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“We don’t know what’s already been used until it’s gone.”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Analysis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Breakfast and housekeeping work on different assumptions because messages never reach all teams.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This reflects the course point that communication fails when messages are not confirmed or stored.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Link to Output Problem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Breakfast waste reaches about $9,100 a year.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Housekeeping delays add another $2,400 a year.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• Both come from poor communication flow, not employee effort.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 2: Emotional Intelligence</a:t>
            </a:r>
            <a:endParaRPr/>
          </a:p>
        </p:txBody>
      </p:sp>
      <p:sp>
        <p:nvSpPr>
          <p:cNvPr id="326" name="Google Shape;326;p21"/>
          <p:cNvSpPr txBox="1"/>
          <p:nvPr>
            <p:ph idx="1" type="body"/>
          </p:nvPr>
        </p:nvSpPr>
        <p:spPr>
          <a:xfrm>
            <a:off x="1303800" y="17281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Definition</a:t>
            </a:r>
            <a:r>
              <a:rPr lang="en"/>
              <a:t>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ability to recognize one’s own emotions and the emotions of other, regulate reactions, show empathy, and manage interactions productively. EI is a major driver of leadership success.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High EI supports calm problem-solving and steady teamwork.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Low EI leads to blame, tension, and stalled conversations.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Relevant to Sleep Inn as Emotional reactions at the hotel block open discussion and keep problems from being fixed.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Emotional Intelligence: Evidence</a:t>
            </a:r>
            <a:endParaRPr/>
          </a:p>
        </p:txBody>
      </p:sp>
      <p:sp>
        <p:nvSpPr>
          <p:cNvPr id="332" name="Google Shape;332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Manager Interview</a:t>
            </a:r>
            <a:br>
              <a:rPr b="1" lang="en"/>
            </a:br>
            <a:r>
              <a:rPr lang="en"/>
              <a:t>• Staff show frustration but “don’t feel empowered to fix the issue.”</a:t>
            </a:r>
            <a:br>
              <a:rPr lang="en"/>
            </a:br>
            <a:r>
              <a:rPr lang="en"/>
              <a:t>• Emotional responses escalate small mistakes.</a:t>
            </a:r>
            <a:br>
              <a:rPr lang="en"/>
            </a:br>
            <a:r>
              <a:rPr lang="en"/>
              <a:t>• Defensive reactions prevent open discussion after errors.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Research</a:t>
            </a:r>
            <a:br>
              <a:rPr b="1" lang="en"/>
            </a:br>
            <a:r>
              <a:rPr lang="en"/>
              <a:t>• Goleman’s research (Harvard Business Review, 1998) shows that EI predicts leadership effectiveness more than technical skill, especially in service-oriented roles</a:t>
            </a:r>
            <a:br>
              <a:rPr lang="en"/>
            </a:br>
            <a:r>
              <a:rPr lang="en"/>
              <a:t>• Hospitality teams with strong EI have higher coordination and guest satisfaction.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Emotional Intelligence: Evidence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73540"/>
              </a:solidFill>
            </a:endParaRPr>
          </a:p>
        </p:txBody>
      </p:sp>
      <p:sp>
        <p:nvSpPr>
          <p:cNvPr id="338" name="Google Shape;338;p23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Employee Evidence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“It’s annoying when I thought I order the right amount and someone didn't tell me all of the information.” (Miguel)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“People get upset at housekeeping even when the real issue is supply restocking.” (Tracy)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Analysis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These reactions show low emotional regulation and low perspective-taking.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EI breakdowns stop teams from giving constructive feedback.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This reinforces confusion and weakens trust.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Link to Output Problem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• Emotional tension keeps teams reactive instead of proactive.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• This allows the same ordering mistakes and supply shortages to continue each week</a:t>
            </a:r>
            <a:r>
              <a:rPr lang="en">
                <a:solidFill>
                  <a:srgbClr val="000000"/>
                </a:solidFill>
              </a:rPr>
              <a:t>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3540"/>
                </a:solidFill>
              </a:rPr>
              <a:t>Recommendation #1</a:t>
            </a:r>
            <a:endParaRPr/>
          </a:p>
        </p:txBody>
      </p:sp>
      <p:sp>
        <p:nvSpPr>
          <p:cNvPr id="344" name="Google Shape;344;p2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Prioritize Feedback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Establish more methods of communication - do not limit the teams to writing notes &amp; asking verbal requests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Set clearer deadlines, goals and requests from both parties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Transparency between departments - both parties must be open to understanding and reaching out to one another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#1</a:t>
            </a:r>
            <a:endParaRPr/>
          </a:p>
        </p:txBody>
      </p:sp>
      <p:sp>
        <p:nvSpPr>
          <p:cNvPr id="350" name="Google Shape;350;p25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Best Practices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77% of Nissan employees said that their company was a great place to work after the company introduced open feedback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Google encourages open discussion among employees &amp; became the third largest company by market capitalization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Possible Downsides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Putting too much effort into communication may result in other important aspects of work being neglected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# 2</a:t>
            </a:r>
            <a:endParaRPr/>
          </a:p>
        </p:txBody>
      </p:sp>
      <p:sp>
        <p:nvSpPr>
          <p:cNvPr id="356" name="Google Shape;356;p2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Establish Employee Resource Groups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Employee Resource Groups (ERGs) are employee-led groups which provide platform for people to connect and develop professionally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Stronger connections between employees will enable stronger communication amongst one another &amp; will boost collaboration efficiency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 #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7"/>
          <p:cNvSpPr txBox="1"/>
          <p:nvPr>
            <p:ph idx="1" type="body"/>
          </p:nvPr>
        </p:nvSpPr>
        <p:spPr>
          <a:xfrm>
            <a:off x="1303800" y="1990050"/>
            <a:ext cx="7030500" cy="28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Best Practices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Target employees established 300 ERGs, providing platform and support amongst workers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Facebook uses ERGs to promote diverse ideas &amp; feedback within the organization, fostering mutual understandings throughout the workplace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Possible Downsides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Hotel employees must remain alert for incoming tasks, and arranging group meetings during the work schedule may lead to complications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Communication Strategies</a:t>
            </a:r>
            <a:endParaRPr/>
          </a:p>
        </p:txBody>
      </p:sp>
      <p:sp>
        <p:nvSpPr>
          <p:cNvPr id="368" name="Google Shape;368;p2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Explaining that these are just recommendations will highlight our approach as being sympathetic with their cause.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We would specify the companies which have adopted the practices which we are recommending, giving validity to our suggestions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Sleep Inn already values guest experience, and these recommendations support that mission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